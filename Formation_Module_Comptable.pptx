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Formation : Module Comptable Core Banking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Guide Pratique pour les Utilisateurs</a:t>
            </a:r>
          </a:p>
          <a:p>
            <a:r>
              <a:t>CID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de la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Maîtriser les fonctionnalités principales du module comptable :</a:t>
            </a:r>
          </a:p>
          <a:p>
            <a:pPr lvl="1"/>
            <a:r>
              <a:t>Gestion des exercices et périodes comptables</a:t>
            </a:r>
          </a:p>
          <a:p>
            <a:pPr lvl="1"/>
            <a:r>
              <a:t>Utilisation du plan comptable et écritures</a:t>
            </a:r>
          </a:p>
          <a:p>
            <a:pPr lvl="1"/>
            <a:r>
              <a:t>Consultation du grand livre et de la balance</a:t>
            </a:r>
          </a:p>
          <a:p>
            <a:pPr lvl="1"/>
            <a:r>
              <a:t>Réconciliation bancaire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Exercices et Périodes Comptables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Organiser le temps comptable</a:t>
            </a:r>
          </a:p>
          <a:p>
            <a:pPr lvl="1"/>
            <a:r>
              <a:t>Créer un exercice : Génère automatiquement 12 périodes mensuelles.</a:t>
            </a:r>
          </a:p>
          <a:p>
            <a:pPr lvl="1"/>
            <a:r>
              <a:t>Activer un exercice : Obligatoire pour saisir des écritures (1 seul actif à la fois).</a:t>
            </a:r>
          </a:p>
          <a:p>
            <a:pPr lvl="1"/>
            <a:r>
              <a:t>Clôturer : Verrouille définitivement lexercice (irréversible).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Le Plan Comptable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Structurer les comptes</a:t>
            </a:r>
          </a:p>
          <a:p>
            <a:pPr lvl="1"/>
            <a:r>
              <a:t>Saisie : Code, Libellé, Type (Actif, Passif, Produits, Charges, Capitaux)</a:t>
            </a:r>
          </a:p>
          <a:p>
            <a:pPr lvl="1"/>
            <a:r>
              <a:t>Hiérarchie : Gestion des comptes parents/enfants pour une meilleure organisation.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Écritures Comptables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Enregistrer les opérations</a:t>
            </a:r>
          </a:p>
          <a:p>
            <a:pPr lvl="1"/>
            <a:r>
              <a:t>Principe de base : Total Débits = Total Crédits (obligatoire).</a:t>
            </a:r>
          </a:p>
          <a:p>
            <a:pPr lvl="1"/>
            <a:r>
              <a:t>Validation Automatique : Le système bloque toutes les écritures déséquilibrées.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Grand Livre et 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Analyser et Contrôler</a:t>
            </a:r>
          </a:p>
          <a:p>
            <a:pPr lvl="1"/>
            <a:r>
              <a:t>Grand Livre : Affiche le détail chronologique et le solde par compte.</a:t>
            </a:r>
          </a:p>
          <a:p>
            <a:pPr lvl="1"/>
            <a:r>
              <a:t>Balance de Vérification : Affiche les soldes de tous les comptes à une date donnée.</a:t>
            </a:r>
          </a:p>
          <a:p>
            <a:pPr lvl="1"/>
            <a:r>
              <a:t>Indicateurs visuels : Vert (positif/équilibré), Rouge (négatif/déséquilibré).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Réconciliation Bancaire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Rapprocher la banque et la comptabilité</a:t>
            </a:r>
          </a:p>
          <a:p>
            <a:pPr lvl="1"/>
            <a:r>
              <a:t>Saisie du solde bancaire selon le relevé.</a:t>
            </a:r>
          </a:p>
          <a:p>
            <a:pPr lvl="1"/>
            <a:r>
              <a:t>Pointage Automatique : Match par montant, date et référence.</a:t>
            </a:r>
          </a:p>
          <a:p>
            <a:pPr lvl="1"/>
            <a:r>
              <a:t>Finalisation : Verrouillée tant que tous les éléments ne sont pas pointés et équilibrés.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Bonnes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Pour une gestion optimale</a:t>
            </a:r>
          </a:p>
          <a:p>
            <a:pPr lvl="1"/>
            <a:r>
              <a:t>Créez lexercice N+1 avant la fin de N.</a:t>
            </a:r>
          </a:p>
          <a:p>
            <a:pPr lvl="1"/>
            <a:r>
              <a:t>Utilisez des descriptions explicites incluant des références pour faciliter la recherche.</a:t>
            </a:r>
          </a:p>
          <a:p>
            <a:pPr lvl="1"/>
            <a:r>
              <a:t>Effectuez la réconciliation bancaire mensuellement.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